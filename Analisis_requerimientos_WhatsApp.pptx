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5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822960"/>
            <a:ext cx="4846320" cy="4846320"/>
          </a:xfrm>
          <a:prstGeom prst="ellipse">
            <a:avLst/>
          </a:prstGeom>
          <a:solidFill>
            <a:srgbClr val="128C7E">
              <a:alpha val="95000"/>
            </a:srgbClr>
          </a:solidFill>
          <a:ln w="12700">
            <a:solidFill>
              <a:srgbClr val="128C7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914400"/>
            <a:ext cx="1828800" cy="1828800"/>
          </a:xfrm>
          <a:prstGeom prst="ellipse">
            <a:avLst/>
          </a:prstGeom>
          <a:solidFill>
            <a:srgbClr val="25D36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62872" y="1261872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☎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10" kern="0" dirty="0">
                <a:solidFill>
                  <a:srgbClr val="25D366"/>
                </a:solidFill>
              </a:rPr>
              <a:t>ANÁLISIS DE REQUERIMIENTOS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WhatsApp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FEB"/>
                </a:solidFill>
              </a:rPr>
              <a:t>Actividad formativa · Semana 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4672" y="3794760"/>
            <a:ext cx="5303520" cy="0"/>
          </a:xfrm>
          <a:prstGeom prst="line">
            <a:avLst/>
          </a:prstGeom>
          <a:noFill/>
          <a:ln w="12700">
            <a:solidFill>
              <a:srgbClr val="55BC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069080"/>
            <a:ext cx="6217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Nombre: [ESCRIBE TU NOMBRE]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RUT: [ESCRIBE TU RUT]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Asignatura: Ingeniería de requerimientos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61447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8D8D2"/>
                </a:solidFill>
              </a:rPr>
              <a:t>INSTITUTO PROFESIONAL SANTO TOMÁS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5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Dominio de aplicación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484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8706D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F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258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A3A"/>
                </a:solidFill>
              </a:rPr>
              <a:t>WhatsApp pertenece al área de la comunicación digital y permite que personas y organizaciones se comuniquen a distancia.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9808" y="2194560"/>
            <a:ext cx="5230368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23160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7E"/>
                </a:solidFill>
              </a:rPr>
              <a:t>Necesidad que resuelve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3054096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94436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Facilita una comunicación rápida mediante mensajes, llamadas y archivos.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97280" y="3675888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3566160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Permite mantener el contacto individual o grupal desde un dispositivo conectado a internet.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08776" y="2194560"/>
            <a:ext cx="5230368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423160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7E"/>
                </a:solidFill>
              </a:rPr>
              <a:t>Usuarios principales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56248" y="3054096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57416" y="294436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Personas: conversan y comparten contenido con sus contactos.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56248" y="3675888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3566160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Administradores: organizan grupos y comunidades.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56248" y="4297680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7416" y="4187952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Negocios: atienden consultas y se comunican con clientes.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8368" y="65196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6D"/>
                </a:solidFill>
              </a:rPr>
              <a:t>Ingeniería de requerimientos · Semana 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5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Delimitación del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484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8706D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FE4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353312"/>
            <a:ext cx="5230368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581912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7E"/>
                </a:solidFill>
              </a:rPr>
              <a:t>Dentro del alcance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212848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2103120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Enviar y recibir mensajes de texto y voz.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97280" y="2834640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2724912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Realizar llamadas y videollamadas.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97280" y="3456432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3346704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Compartir imágenes, videos, documentos y ubicación.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97280" y="4078224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8448" y="396849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Crear grupos, comunidades y administrar participantes.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97280" y="4700016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459028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Configurar privacidad, bloquear y reportar contactos.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08776" y="1353312"/>
            <a:ext cx="5230368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1581912"/>
            <a:ext cx="4590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8C7E"/>
                </a:solidFill>
              </a:rPr>
              <a:t>Fuera del alcance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56248" y="2212848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7416" y="2103120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Proporcionar la conexión a internet del usuario.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56248" y="2834640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2724912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Fabricar o reparar el teléfono donde funciona la app.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556248" y="3456432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3346704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Controlar la calidad de la red móvil o Wi-Fi.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556248" y="4078224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3968496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Garantizar que el receptor lea o responda un mensaje.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556248" y="4700016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57416" y="4590288"/>
            <a:ext cx="4334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A3A"/>
                </a:solidFill>
              </a:rPr>
              <a:t>Reemplazar servicios de emergencia o atención presencial.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8368" y="65196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6D"/>
                </a:solidFill>
              </a:rPr>
              <a:t>Ingeniería de requerimientos · Semana 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5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Restricciones del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484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8706D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FE4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463040"/>
            <a:ext cx="340156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783080"/>
            <a:ext cx="475488" cy="475488"/>
          </a:xfrm>
          <a:prstGeom prst="ellipse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187452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2514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5E54"/>
                </a:solidFill>
              </a:rPr>
              <a:t>Tecnológica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61288" y="3246120"/>
            <a:ext cx="2578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63A3A"/>
                </a:solidFill>
              </a:rPr>
              <a:t>La aplicación necesita un dispositivo compatible, un número telefónico válido y conexión a internet para operar.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401568" cy="4434840"/>
          </a:xfrm>
          <a:prstGeom prst="roundRect">
            <a:avLst/>
          </a:prstGeom>
          <a:solidFill>
            <a:srgbClr val="EAF7F3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8304" y="1783080"/>
            <a:ext cx="475488" cy="475488"/>
          </a:xfrm>
          <a:prstGeom prst="ellipse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87452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514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5E54"/>
                </a:solidFill>
              </a:rPr>
              <a:t>Legal y privacidad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37176" y="3246120"/>
            <a:ext cx="2578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63A3A"/>
                </a:solidFill>
              </a:rPr>
              <a:t>Debe proteger los datos personales y cumplir la normativa aplicable en los países donde presta el servicio.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401568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4192" y="1783080"/>
            <a:ext cx="475488" cy="475488"/>
          </a:xfrm>
          <a:prstGeom prst="ellipse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187452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21624" y="2514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5E54"/>
                </a:solidFill>
              </a:rPr>
              <a:t>Rendimiento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13064" y="3246120"/>
            <a:ext cx="2578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63A3A"/>
                </a:solidFill>
              </a:rPr>
              <a:t>Debe mantener una respuesta estable ante una gran cantidad de usuarios y distintas calidades de conexión.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8368" y="65196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6D"/>
                </a:solidFill>
              </a:rPr>
              <a:t>Ingeniería de requerimientos · Semana 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5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Requerimientos de usuario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484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8706D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F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344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8706D"/>
                </a:solidFill>
              </a:rPr>
              <a:t>Redactados desde lo que necesita la persona, sin explicar detalles técnicos.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47088"/>
            <a:ext cx="10515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671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C7E"/>
                </a:solidFill>
              </a:rPr>
              <a:t>RU-01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9006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A3A"/>
                </a:solidFill>
              </a:rPr>
              <a:t>Como usuario, quiero enviar mensajes y archivos a mis contactos para comunicarme con ellos.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218688"/>
            <a:ext cx="10515600" cy="1051560"/>
          </a:xfrm>
          <a:prstGeom prst="roundRect">
            <a:avLst/>
          </a:prstGeom>
          <a:solidFill>
            <a:srgbClr val="EAF7F3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538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C7E"/>
                </a:solidFill>
              </a:rPr>
              <a:t>RU-02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3429000"/>
            <a:ext cx="9006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A3A"/>
                </a:solidFill>
              </a:rPr>
              <a:t>Como usuario, quiero crear grupos para conversar y compartir información con varias personas.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590288"/>
            <a:ext cx="105156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910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8C7E"/>
                </a:solidFill>
              </a:rPr>
              <a:t>RU-03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4800600"/>
            <a:ext cx="9006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A3A"/>
                </a:solidFill>
              </a:rPr>
              <a:t>Como usuario, quiero controlar quién puede contactarme y ver mi información para cuidar mi privacidad.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" y="65196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6D"/>
                </a:solidFill>
              </a:rPr>
              <a:t>Ingeniería de requerimientos · Semana 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5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Requerimientos del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484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8706D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FE4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417320"/>
            <a:ext cx="1058875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417320"/>
            <a:ext cx="109728" cy="117043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00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C7E"/>
                </a:solidFill>
              </a:rPr>
              <a:t>RS-01 · Funcional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37560" y="1572768"/>
            <a:ext cx="7543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A3A"/>
                </a:solidFill>
              </a:rPr>
              <a:t>El sistema deberá permitir enviar mensajes de texto, voz y archivos a un contacto seleccionado, mostrando su estado de envío.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4672" y="2926080"/>
            <a:ext cx="1058875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26080"/>
            <a:ext cx="109728" cy="1170432"/>
          </a:xfrm>
          <a:prstGeom prst="rect">
            <a:avLst/>
          </a:prstGeom>
          <a:solidFill>
            <a:srgbClr val="128C7E"/>
          </a:solidFill>
          <a:ln w="12700">
            <a:solidFill>
              <a:srgbClr val="128C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1089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C7E"/>
                </a:solidFill>
              </a:rPr>
              <a:t>RS-02 · Funcional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37560" y="3081528"/>
            <a:ext cx="7543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A3A"/>
                </a:solidFill>
              </a:rPr>
              <a:t>El sistema deberá permitir crear grupos, agregar o eliminar participantes y asignar permisos de administración.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4672" y="4434840"/>
            <a:ext cx="1058875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434840"/>
            <a:ext cx="109728" cy="117043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6177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8C7E"/>
                </a:solidFill>
              </a:rPr>
              <a:t>RS-03 · No funcional (seguridad)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37560" y="4590288"/>
            <a:ext cx="7543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A3A"/>
                </a:solidFill>
              </a:rPr>
              <a:t>El sistema deberá proteger el contenido de mensajes y llamadas mediante cifrado de extremo a extremo.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8368" y="65196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6D"/>
                </a:solidFill>
              </a:rPr>
              <a:t>Ingeniería de requerimientos · Semana 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114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5E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Conclusión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64240" y="484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8706D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FE4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6629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182880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A3A"/>
                </a:solidFill>
              </a:rPr>
              <a:t>Esta actividad me permitió entender que una aplicación no se define solamente por sus funciones. También es necesario conocer su contexto, sus límites y las condiciones que debe cumplir. Clasificar bien los requerimientos ayuda a evitar confusiones y permite construir un sistema que responda mejor a las necesidades de sus usuarios.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90956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5E54"/>
                </a:solidFill>
              </a:rPr>
              <a:t>Ideas principales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909560" y="2304288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10728" y="219456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A3A"/>
                </a:solidFill>
              </a:rPr>
              <a:t>El dominio explica dónde y para quién funciona la aplicación.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09560" y="3401568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32918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A3A"/>
                </a:solidFill>
              </a:rPr>
              <a:t>Los límites aclaran qué responsabilidades pertenecen al sistema.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09560" y="4498848"/>
            <a:ext cx="91440" cy="91440"/>
          </a:xfrm>
          <a:prstGeom prst="ellipse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438912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A3A"/>
                </a:solidFill>
              </a:rPr>
              <a:t>Los requerimientos transforman necesidades en características concretas.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" y="65196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8706D"/>
                </a:solidFill>
              </a:rPr>
              <a:t>Ingeniería de requerimientos · Semana 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Instituto Profesional Santo Tomás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requerimientos de WhatsApp</dc:title>
  <dc:subject>Actividad formativa - Semana 1</dc:subject>
  <dc:creator>Estudiante</dc:creator>
  <cp:lastModifiedBy>Estudiante</cp:lastModifiedBy>
  <cp:revision>1</cp:revision>
  <dcterms:created xsi:type="dcterms:W3CDTF">2026-10-04T18:29:53Z</dcterms:created>
  <dcterms:modified xsi:type="dcterms:W3CDTF">2026-10-04T18:29:53Z</dcterms:modified>
</cp:coreProperties>
</file>